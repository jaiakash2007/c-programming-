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8" r:id="rId3"/>
    <p:sldId id="262" r:id="rId4"/>
    <p:sldId id="260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-1470" y="-4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49096" y="-21511"/>
            <a:ext cx="35052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5" y="2708476"/>
            <a:ext cx="3313355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516828"/>
            <a:ext cx="21336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fld id="{DADA0A0D-92D3-4BD8-B484-9A84E9C79149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0" name="Rectangle 49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5719966"/>
            <a:ext cx="2831592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5719966"/>
            <a:ext cx="643666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7B182B8C-AB85-4CE0-84E9-BD56F7E95F04}" type="slidenum">
              <a:rPr lang="en-IN" smtClean="0"/>
              <a:t>‹#›</a:t>
            </a:fld>
            <a:endParaRPr lang="en-IN"/>
          </a:p>
        </p:txBody>
      </p:sp>
      <p:sp>
        <p:nvSpPr>
          <p:cNvPr id="89" name="Rectangle 88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A0A0D-92D3-4BD8-B484-9A84E9C79149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82B8C-AB85-4CE0-84E9-BD56F7E95F0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A0A0D-92D3-4BD8-B484-9A84E9C79149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82B8C-AB85-4CE0-84E9-BD56F7E95F0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A0A0D-92D3-4BD8-B484-9A84E9C79149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82B8C-AB85-4CE0-84E9-BD56F7E95F04}" type="slidenum">
              <a:rPr lang="en-IN" smtClean="0"/>
              <a:t>‹#›</a:t>
            </a:fld>
            <a:endParaRPr lang="en-IN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A0A0D-92D3-4BD8-B484-9A84E9C79149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82B8C-AB85-4CE0-84E9-BD56F7E95F0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A0A0D-92D3-4BD8-B484-9A84E9C79149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82B8C-AB85-4CE0-84E9-BD56F7E95F0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A0A0D-92D3-4BD8-B484-9A84E9C79149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82B8C-AB85-4CE0-84E9-BD56F7E95F0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A0A0D-92D3-4BD8-B484-9A84E9C79149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82B8C-AB85-4CE0-84E9-BD56F7E95F04}" type="slidenum">
              <a:rPr lang="en-IN" smtClean="0"/>
              <a:t>‹#›</a:t>
            </a:fld>
            <a:endParaRPr lang="en-IN"/>
          </a:p>
        </p:txBody>
      </p:sp>
      <p:sp>
        <p:nvSpPr>
          <p:cNvPr id="58" name="Rectangle 57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A0A0D-92D3-4BD8-B484-9A84E9C79149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82B8C-AB85-4CE0-84E9-BD56F7E95F0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A0A0D-92D3-4BD8-B484-9A84E9C79149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82B8C-AB85-4CE0-84E9-BD56F7E95F0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A0A0D-92D3-4BD8-B484-9A84E9C79149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82B8C-AB85-4CE0-84E9-BD56F7E95F0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487"/>
            <a:ext cx="82296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1242" y="-21511"/>
            <a:ext cx="3679116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DADA0A0D-92D3-4BD8-B484-9A84E9C79149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7B182B8C-AB85-4CE0-84E9-BD56F7E95F04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Foundation of computing</a:t>
            </a:r>
            <a:br>
              <a:rPr lang="en-IN" dirty="0" smtClean="0"/>
            </a:b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 smtClean="0"/>
              <a:t>                  team 4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0863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MATRIX OPERATION  TOOL</a:t>
            </a:r>
            <a:br>
              <a:rPr lang="en-IN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8580" indent="0">
              <a:buNone/>
            </a:pPr>
            <a:r>
              <a:rPr lang="en-IN" dirty="0" smtClean="0"/>
              <a:t>TEAM MEMBERS:</a:t>
            </a:r>
          </a:p>
          <a:p>
            <a:pPr marL="68580" indent="0">
              <a:buNone/>
            </a:pPr>
            <a:endParaRPr lang="en-IN" dirty="0" smtClean="0"/>
          </a:p>
          <a:p>
            <a:r>
              <a:rPr lang="en-IN" dirty="0"/>
              <a:t> </a:t>
            </a:r>
            <a:r>
              <a:rPr lang="en-IN" dirty="0" smtClean="0"/>
              <a:t> HARINI S</a:t>
            </a:r>
          </a:p>
          <a:p>
            <a:r>
              <a:rPr lang="en-IN" dirty="0"/>
              <a:t> </a:t>
            </a:r>
            <a:r>
              <a:rPr lang="en-IN" dirty="0" smtClean="0"/>
              <a:t> HINDHU PRIYA M</a:t>
            </a:r>
          </a:p>
          <a:p>
            <a:r>
              <a:rPr lang="en-IN" dirty="0"/>
              <a:t> </a:t>
            </a:r>
            <a:r>
              <a:rPr lang="en-IN" dirty="0" smtClean="0"/>
              <a:t> INIYHA D K</a:t>
            </a:r>
          </a:p>
          <a:p>
            <a:r>
              <a:rPr lang="en-IN" dirty="0"/>
              <a:t> </a:t>
            </a:r>
            <a:r>
              <a:rPr lang="en-IN" dirty="0" smtClean="0"/>
              <a:t> JAI AKASH E [LEADER]</a:t>
            </a:r>
          </a:p>
          <a:p>
            <a:r>
              <a:rPr lang="en-IN" dirty="0"/>
              <a:t> </a:t>
            </a:r>
            <a:r>
              <a:rPr lang="en-IN" dirty="0" smtClean="0"/>
              <a:t> JANANISREE S</a:t>
            </a:r>
          </a:p>
        </p:txBody>
      </p:sp>
    </p:spTree>
    <p:extLst>
      <p:ext uri="{BB962C8B-B14F-4D97-AF65-F5344CB8AC3E}">
        <p14:creationId xmlns:p14="http://schemas.microsoft.com/office/powerpoint/2010/main" val="102025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Flow chart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8580" indent="0">
              <a:buNone/>
            </a:pPr>
            <a:r>
              <a:rPr lang="en-US" dirty="0" smtClean="0"/>
              <a:t>     A </a:t>
            </a:r>
            <a:r>
              <a:rPr lang="en-US" dirty="0"/>
              <a:t>flowchart is a visual diagram that uses standardized symbols and arrows to represent a process, workflow, or algorithm. It breaks down complex sequences into a series of logical steps, making it easier to understand, document, and improve processes. Common symbols include ovals for start/end, rectangles for processes, and diamonds for decisions. 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7423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Flow chart symbols and meanings:</a:t>
            </a:r>
            <a:br>
              <a:rPr lang="en-IN" dirty="0" smtClean="0"/>
            </a:br>
            <a:endParaRPr lang="en-IN" dirty="0"/>
          </a:p>
        </p:txBody>
      </p:sp>
      <p:pic>
        <p:nvPicPr>
          <p:cNvPr id="1030" name="Picture 6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844674"/>
            <a:ext cx="6048672" cy="43206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55042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Algorithm</a:t>
            </a:r>
            <a:br>
              <a:rPr lang="en-IN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68580" indent="0" fontAlgn="ctr">
              <a:buNone/>
            </a:pPr>
            <a:r>
              <a:rPr lang="en-US" dirty="0" smtClean="0"/>
              <a:t>          An </a:t>
            </a:r>
            <a:r>
              <a:rPr lang="en-US" dirty="0"/>
              <a:t>algorithm is a step-by-step set of instructions or rules to solve a problem or perform a task, converting an input into a desired output. Like a recipe, it provides a precise procedure that can be followed by a human or, more commonly, a computer to achieve a consistent and reliable result. Algorithms are fundamental to computer science and are used in everything from simple calculations to complex operations like traffic navigation, personalized recommendations, and data processing.  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2035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How algorithms work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608" y="1916832"/>
            <a:ext cx="6777317" cy="3553620"/>
          </a:xfrm>
        </p:spPr>
        <p:txBody>
          <a:bodyPr>
            <a:normAutofit fontScale="85000" lnSpcReduction="20000"/>
          </a:bodyPr>
          <a:lstStyle/>
          <a:p>
            <a:pPr marL="68580" indent="0">
              <a:buNone/>
            </a:pPr>
            <a:endParaRPr lang="en-US" b="1" dirty="0"/>
          </a:p>
          <a:p>
            <a:r>
              <a:rPr lang="en-US" b="1" dirty="0"/>
              <a:t>Input:</a:t>
            </a:r>
            <a:r>
              <a:rPr lang="en-US" dirty="0"/>
              <a:t> </a:t>
            </a:r>
          </a:p>
          <a:p>
            <a:pPr fontAlgn="ctr"/>
            <a:r>
              <a:rPr lang="en-US" dirty="0"/>
              <a:t>Algorithms begin with one or more specific inputs, which is the data to be processed. </a:t>
            </a:r>
          </a:p>
          <a:p>
            <a:r>
              <a:rPr lang="en-US" b="1" dirty="0"/>
              <a:t>Processing:</a:t>
            </a:r>
            <a:r>
              <a:rPr lang="en-US" dirty="0"/>
              <a:t> </a:t>
            </a:r>
          </a:p>
          <a:p>
            <a:pPr fontAlgn="ctr"/>
            <a:r>
              <a:rPr lang="en-US" dirty="0"/>
              <a:t>A series of well-defined, logical steps are performed on the input data. These steps can involve simple operations, decision-making (branching), or repetition (loops). </a:t>
            </a:r>
          </a:p>
          <a:p>
            <a:r>
              <a:rPr lang="en-US" b="1" dirty="0"/>
              <a:t>Output:</a:t>
            </a:r>
            <a:r>
              <a:rPr lang="en-US" dirty="0"/>
              <a:t> </a:t>
            </a:r>
          </a:p>
          <a:p>
            <a:r>
              <a:rPr lang="en-US" dirty="0"/>
              <a:t>The algorithm produces a result or a solution based on the input and the executed steps. </a:t>
            </a:r>
          </a:p>
          <a:p>
            <a:pPr marL="6858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Key characteristics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600" y="1916832"/>
            <a:ext cx="6777317" cy="3508977"/>
          </a:xfrm>
        </p:spPr>
        <p:txBody>
          <a:bodyPr>
            <a:normAutofit fontScale="92500" lnSpcReduction="20000"/>
          </a:bodyPr>
          <a:lstStyle/>
          <a:p>
            <a:pPr marL="68580" indent="0">
              <a:buNone/>
            </a:pPr>
            <a:endParaRPr lang="en-US" b="1" dirty="0"/>
          </a:p>
          <a:p>
            <a:pPr fontAlgn="ctr"/>
            <a:r>
              <a:rPr lang="en-US" b="1" dirty="0"/>
              <a:t>Definiteness:</a:t>
            </a:r>
            <a:r>
              <a:rPr lang="en-US" dirty="0"/>
              <a:t> Each step is clear and unambiguous, leaving no room for interpretation. </a:t>
            </a:r>
          </a:p>
          <a:p>
            <a:pPr fontAlgn="ctr"/>
            <a:r>
              <a:rPr lang="en-US" b="1" dirty="0"/>
              <a:t>Finiteness:</a:t>
            </a:r>
            <a:r>
              <a:rPr lang="en-US" dirty="0"/>
              <a:t> An algorithm will always finish after a limited number of steps. </a:t>
            </a:r>
          </a:p>
          <a:p>
            <a:pPr fontAlgn="ctr"/>
            <a:r>
              <a:rPr lang="en-US" b="1" dirty="0"/>
              <a:t>Effectiveness:</a:t>
            </a:r>
            <a:r>
              <a:rPr lang="en-US" dirty="0"/>
              <a:t> Each instruction must be basic enough to be carried out in practice. </a:t>
            </a:r>
          </a:p>
          <a:p>
            <a:r>
              <a:rPr lang="en-US" b="1" dirty="0"/>
              <a:t>Input/Output:</a:t>
            </a:r>
            <a:r>
              <a:rPr lang="en-US" dirty="0"/>
              <a:t> There are zero or more well-defined inputs and one or more well-defined outputs. 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96998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Real-world examples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608" y="1988840"/>
            <a:ext cx="6777317" cy="3508977"/>
          </a:xfrm>
        </p:spPr>
        <p:txBody>
          <a:bodyPr>
            <a:normAutofit fontScale="85000" lnSpcReduction="10000"/>
          </a:bodyPr>
          <a:lstStyle/>
          <a:p>
            <a:pPr marL="68580" indent="0">
              <a:buNone/>
            </a:pPr>
            <a:endParaRPr lang="en-US" b="1" dirty="0"/>
          </a:p>
          <a:p>
            <a:r>
              <a:rPr lang="en-US" b="1" dirty="0"/>
              <a:t>Navigation apps:</a:t>
            </a:r>
            <a:r>
              <a:rPr lang="en-US" dirty="0"/>
              <a:t> </a:t>
            </a:r>
          </a:p>
          <a:p>
            <a:pPr fontAlgn="ctr"/>
            <a:r>
              <a:rPr lang="en-US" dirty="0"/>
              <a:t>Use algorithms to find the fastest route between two points, factoring in traffic and road closures. </a:t>
            </a:r>
          </a:p>
          <a:p>
            <a:r>
              <a:rPr lang="en-US" b="1" dirty="0"/>
              <a:t>Social media:</a:t>
            </a:r>
            <a:r>
              <a:rPr lang="en-US" dirty="0"/>
              <a:t> </a:t>
            </a:r>
          </a:p>
          <a:p>
            <a:pPr fontAlgn="ctr"/>
            <a:r>
              <a:rPr lang="en-US" dirty="0"/>
              <a:t>Employ algorithms to curate your feed, showing you content based on your past activity and interests. </a:t>
            </a:r>
          </a:p>
          <a:p>
            <a:r>
              <a:rPr lang="en-US" b="1" dirty="0"/>
              <a:t>Search engines:</a:t>
            </a:r>
            <a:r>
              <a:rPr lang="en-US" dirty="0"/>
              <a:t> </a:t>
            </a:r>
          </a:p>
          <a:p>
            <a:r>
              <a:rPr lang="en-US" dirty="0"/>
              <a:t>Use proprietary algorithms to rank websites and provide relevant results for your search queries. 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11604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Algorithm example:</a:t>
            </a:r>
            <a:br>
              <a:rPr lang="en-IN" dirty="0" smtClean="0"/>
            </a:br>
            <a:endParaRPr lang="en-IN" dirty="0"/>
          </a:p>
        </p:txBody>
      </p:sp>
      <p:pic>
        <p:nvPicPr>
          <p:cNvPr id="205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2060848"/>
            <a:ext cx="4670722" cy="4032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4187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Example program:</a:t>
            </a:r>
            <a:br>
              <a:rPr lang="en-IN" dirty="0" smtClean="0"/>
            </a:br>
            <a:endParaRPr lang="en-IN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7" y="2324100"/>
            <a:ext cx="5112568" cy="40572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37816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O</a:t>
            </a:r>
            <a:r>
              <a:rPr lang="en-IN" dirty="0" smtClean="0"/>
              <a:t>utput for the program:</a:t>
            </a:r>
            <a:br>
              <a:rPr lang="en-IN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dirty="0"/>
              <a:t>First Matrix:</a:t>
            </a:r>
          </a:p>
          <a:p>
            <a:r>
              <a:rPr lang="fr-FR" dirty="0"/>
              <a:t>[2. 3.]</a:t>
            </a:r>
          </a:p>
          <a:p>
            <a:r>
              <a:rPr lang="fr-FR" dirty="0"/>
              <a:t>[4. 5.]</a:t>
            </a:r>
          </a:p>
          <a:p>
            <a:endParaRPr lang="fr-FR" dirty="0"/>
          </a:p>
          <a:p>
            <a:r>
              <a:rPr lang="fr-FR" dirty="0"/>
              <a:t>Second Matrix:</a:t>
            </a:r>
          </a:p>
          <a:p>
            <a:r>
              <a:rPr lang="fr-FR" dirty="0"/>
              <a:t>[5. 2.]</a:t>
            </a:r>
          </a:p>
          <a:p>
            <a:r>
              <a:rPr lang="fr-FR" dirty="0"/>
              <a:t>[3. 1.]</a:t>
            </a:r>
          </a:p>
          <a:p>
            <a:endParaRPr lang="fr-FR" dirty="0"/>
          </a:p>
          <a:p>
            <a:r>
              <a:rPr lang="fr-FR" dirty="0" err="1"/>
              <a:t>Resultant</a:t>
            </a:r>
            <a:r>
              <a:rPr lang="fr-FR" dirty="0"/>
              <a:t> Matrix:</a:t>
            </a:r>
          </a:p>
          <a:p>
            <a:r>
              <a:rPr lang="fr-FR" dirty="0"/>
              <a:t>[19. 7.]</a:t>
            </a:r>
          </a:p>
          <a:p>
            <a:r>
              <a:rPr lang="fr-FR" dirty="0"/>
              <a:t>[35. 13.]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9258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               </a:t>
            </a:r>
            <a:endParaRPr lang="en-IN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836712"/>
            <a:ext cx="7272808" cy="5184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13832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ustin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157</TotalTime>
  <Words>115</Words>
  <Application>Microsoft Office PowerPoint</Application>
  <PresentationFormat>On-screen Show (4:3)</PresentationFormat>
  <Paragraphs>52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Austin</vt:lpstr>
      <vt:lpstr>Foundation of computing </vt:lpstr>
      <vt:lpstr>MATRIX OPERATION  TOOL </vt:lpstr>
      <vt:lpstr>Flow chart</vt:lpstr>
      <vt:lpstr>Flow chart symbols and meanings: </vt:lpstr>
      <vt:lpstr>Algorithm </vt:lpstr>
      <vt:lpstr>How algorithms work </vt:lpstr>
      <vt:lpstr>Key characteristics </vt:lpstr>
      <vt:lpstr>Real-world examples </vt:lpstr>
      <vt:lpstr>Algorithm example: </vt:lpstr>
      <vt:lpstr>Example program: </vt:lpstr>
      <vt:lpstr>Output for the program: </vt:lpstr>
      <vt:lpstr>              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Foundation of computing</dc:title>
  <dc:creator>Windows User</dc:creator>
  <cp:lastModifiedBy>Windows User</cp:lastModifiedBy>
  <cp:revision>8</cp:revision>
  <dcterms:created xsi:type="dcterms:W3CDTF">2025-11-06T14:48:28Z</dcterms:created>
  <dcterms:modified xsi:type="dcterms:W3CDTF">2025-11-06T17:25:35Z</dcterms:modified>
</cp:coreProperties>
</file>